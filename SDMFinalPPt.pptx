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Nuni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3b622a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3b622a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b622a69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3b622a69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3b622a69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3b622a69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b622a69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b622a69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481778c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481778c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481778c7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481778c7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3b622a69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3b622a69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3ba02f45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3ba02f45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3ba02f45c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3ba02f45c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3b622a69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3b622a69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3b622a69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3b622a69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b622a695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3b622a69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3b622a69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3b622a69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b622a695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3b622a695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3b622a695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3b622a695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3b622a695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3b622a695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3b622a695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3b622a69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hyperlink" Target="https://prakriti16.github.io/SDM_Project/" TargetMode="External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lab.research.google.com/drive/1v9FbS_bR2rho6b8K_V0-ZAd5I7yz0bxR?usp=sharing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l.acm.org/doi/10.1145/3308558.3313698" TargetMode="External"/><Relationship Id="rId4" Type="http://schemas.openxmlformats.org/officeDocument/2006/relationships/hyperlink" Target="https://github.com/midas-research/sismo-wsdm/tree/main" TargetMode="External"/><Relationship Id="rId5" Type="http://schemas.openxmlformats.org/officeDocument/2006/relationships/hyperlink" Target="https://www.sciencedirect.com/science/article/pii/S2667096822000465#sec0022" TargetMode="External"/><Relationship Id="rId6" Type="http://schemas.openxmlformats.org/officeDocument/2006/relationships/hyperlink" Target="https://www.sciencedirect.com/science/article/pii/S2214782921000646#s00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7346"/>
              <a:buFont typeface="Arial"/>
              <a:buNone/>
            </a:pPr>
            <a:r>
              <a:rPr b="1" lang="en" sz="1470"/>
              <a:t>A Comparative Study of Classical Models, Feature Spaces, and Reduced-Dimension Techniques for Suicide Detection on Social Media with Geolocation</a:t>
            </a:r>
            <a:endParaRPr sz="282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Harshitha, Prakriti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311700" y="863550"/>
            <a:ext cx="8520600" cy="3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274E13"/>
                </a:solidFill>
              </a:rPr>
              <a:t>Motivation</a:t>
            </a:r>
            <a:endParaRPr b="1"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Suicide rates are rising globally, and early detection through social media can enable timely intervention.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Text classification performance depends heavily on both the </a:t>
            </a:r>
            <a:r>
              <a:rPr b="1" lang="en" sz="1400">
                <a:solidFill>
                  <a:srgbClr val="274E13"/>
                </a:solidFill>
              </a:rPr>
              <a:t>model</a:t>
            </a:r>
            <a:r>
              <a:rPr lang="en" sz="1400">
                <a:solidFill>
                  <a:srgbClr val="274E13"/>
                </a:solidFill>
              </a:rPr>
              <a:t> and the </a:t>
            </a:r>
            <a:r>
              <a:rPr b="1" lang="en" sz="1400">
                <a:solidFill>
                  <a:srgbClr val="274E13"/>
                </a:solidFill>
              </a:rPr>
              <a:t>feature space</a:t>
            </a:r>
            <a:r>
              <a:rPr lang="en" sz="1400">
                <a:solidFill>
                  <a:srgbClr val="274E13"/>
                </a:solidFill>
              </a:rPr>
              <a:t>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Understanding which representations work best is crucial for building accurate crisis-detection systems.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Geolocatio</a:t>
            </a:r>
            <a:r>
              <a:rPr lang="en" sz="1400">
                <a:solidFill>
                  <a:srgbClr val="274E13"/>
                </a:solidFill>
              </a:rPr>
              <a:t>n of posts adds real-world value by helping identify high-risk regions</a:t>
            </a:r>
            <a:r>
              <a:rPr lang="en" sz="1400">
                <a:solidFill>
                  <a:srgbClr val="274E13"/>
                </a:solidFill>
              </a:rPr>
              <a:t>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Furthermore</a:t>
            </a:r>
            <a:r>
              <a:rPr lang="en" sz="1400">
                <a:solidFill>
                  <a:srgbClr val="274E13"/>
                </a:solidFill>
              </a:rPr>
              <a:t>, most datasets for suicide classification are supervised and have labels, so we also experimented with unsupervised real time data 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We wanted to formulate the problem in different ways such as finding users who are connected to each other and determine similarity in the amount of risky suicidal posts they liked.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In the reddit posts extracted, we tried to classify them not just into two classes(suicidal vs. non-suicidal) but into three classes (based on risk-level). </a:t>
            </a:r>
            <a:endParaRPr sz="1400">
              <a:solidFill>
                <a:srgbClr val="274E13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1400"/>
              <a:buChar char="●"/>
            </a:pPr>
            <a:r>
              <a:rPr lang="en" sz="1400">
                <a:solidFill>
                  <a:srgbClr val="274E13"/>
                </a:solidFill>
              </a:rPr>
              <a:t>Many related papers use labelled datasets with multiple risk levels and categories of suicide. Our methods can be extended to apply to them as well as real life unlabelled data.</a:t>
            </a:r>
            <a:endParaRPr sz="14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602425" y="12476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classical ML models across feature spaces (TF-IDF, BoW, CHI2-1000, SVD-300).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the impact of dimensionality reduction (PCA, t-SNE) on classification.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performance of boosting models vs. linear baselines.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whether ensemble blending improves predictive quality.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geolocation and NER to map crisis hotspots.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suicidal content across Reddit, X, and Instagram.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AutoNum type="arabicPeriod"/>
            </a:pP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user-user similarity metrics for Instagram data.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519850" y="556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&amp; Experimental Setup</a:t>
            </a:r>
            <a:endParaRPr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669975" y="10849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05"/>
              <a:buNone/>
            </a:pPr>
            <a:r>
              <a:rPr b="1" lang="en" sz="12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1" sz="12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b="1"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Suicide Detection Dataset (13,472 posts)</a:t>
            </a:r>
            <a:endParaRPr b="1"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○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suicide (7,791) vs non-suicide (5,681)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b="1"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Train/Test Split:</a:t>
            </a: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80/20 stratified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Reddit API (100 posts).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Instagram posts (6 posts, 134 users) .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 experimented with X API but found it unsuitable for this context, as most suicide-related posts were in the third person.)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the DGIM algorithm, we synthetically modelled the stream of risky likes. For the demo, we used a stream of 240 hours with a window size of 24 hours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05"/>
              <a:buNone/>
            </a:pPr>
            <a:r>
              <a:rPr b="1" lang="en" sz="121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Preprocessing</a:t>
            </a:r>
            <a:endParaRPr b="1" sz="121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Lowercasing, punctuation removal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Tokenization + stopword removal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TF-IDF, BoW, CHI2 feature selection ,SVD-300 latent semantic compression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76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5"/>
              <a:buFont typeface="Arial"/>
              <a:buChar char="●"/>
            </a:pPr>
            <a:r>
              <a:rPr lang="en" sz="110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 (2, 50, 100 dims), t-SNE (2D, subset of 1000)</a:t>
            </a:r>
            <a:endParaRPr sz="110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21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819150" y="16914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770"/>
              <a:buNone/>
            </a:pPr>
            <a:r>
              <a:rPr b="1" lang="en" sz="10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Evaluated</a:t>
            </a:r>
            <a:endParaRPr b="1" sz="10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Linear: Logistic Regression, Linear Regression (thresholded), Perceptron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Tree-Based: Decision Tree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Distance-Based: kNN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Boosting: XGBoost, LightGBM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Ensemble: Logistic Regression + Neural Network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Tools: SpaCy NER, Sentence Transformers, VADER, TextBlob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Streaming Models: DGIM, Sliding Window</a:t>
            </a:r>
            <a:b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8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38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Char char="●"/>
            </a:pPr>
            <a:r>
              <a:rPr lang="en" sz="8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CF: User-user similarity (cosine, Pearson, Jaccard, Hamming, Euclidean</a:t>
            </a:r>
            <a:endParaRPr sz="101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440100" y="165225"/>
            <a:ext cx="36672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Bag of Words (BoW)</a:t>
            </a:r>
            <a:endParaRPr sz="2200"/>
          </a:p>
        </p:txBody>
      </p:sp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488700" y="791150"/>
            <a:ext cx="4083300" cy="40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text-to-numbers method that converts each document into a vector based on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 counts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words in the dataset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e.g., ["suicide", "help", "depressed", "today", …]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document, count how many times each word appears.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result is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sparse vector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counts.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Sentence: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"I feel very depressed today"</a:t>
            </a:r>
            <a:b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Vocabulary index: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depressed → 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 → 1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others → 0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simple, fast, classical models love it (SVM, NB).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importance weighting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dimensional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Doesn’t understand meaning</a:t>
            </a:r>
            <a:endParaRPr/>
          </a:p>
        </p:txBody>
      </p:sp>
      <p:sp>
        <p:nvSpPr>
          <p:cNvPr id="159" name="Google Shape;159;p18"/>
          <p:cNvSpPr txBox="1"/>
          <p:nvPr>
            <p:ph type="title"/>
          </p:nvPr>
        </p:nvSpPr>
        <p:spPr>
          <a:xfrm>
            <a:off x="4869025" y="165225"/>
            <a:ext cx="3667200" cy="6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TF-IDF (Term Frequency – Inverse Document Frequency)</a:t>
            </a:r>
            <a:endParaRPr sz="2200"/>
          </a:p>
        </p:txBody>
      </p:sp>
      <p:sp>
        <p:nvSpPr>
          <p:cNvPr id="160" name="Google Shape;160;p18"/>
          <p:cNvSpPr txBox="1"/>
          <p:nvPr>
            <p:ph idx="1" type="body"/>
          </p:nvPr>
        </p:nvSpPr>
        <p:spPr>
          <a:xfrm>
            <a:off x="4660975" y="982425"/>
            <a:ext cx="4083300" cy="40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weighted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BoW — instead of simple counts, it weighs words by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words (“the”, “is”) get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weight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Rare but important words (“suicide”, “self-harm”) get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weight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it is better than BoW: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Removes noise + highlights informative words →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accuracy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323450" y="281875"/>
            <a:ext cx="39588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Chi-Square (χ²) Feature Selection</a:t>
            </a:r>
            <a:endParaRPr sz="1000"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391500" y="1028500"/>
            <a:ext cx="41805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test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to pick the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important features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strongly relate to the target label.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χ² checks how strongly a word relates to a label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“suicide”, “kill myself” more related to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class)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❖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words with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little/no discriminative power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only the top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best features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top 1,000 or 2,000 words)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❖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Models train faster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❖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Less overfitting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unito"/>
              <a:buChar char="❖"/>
            </a:pPr>
            <a:r>
              <a:rPr lang="en" sz="12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Better accuracy with small datasets</a:t>
            </a:r>
            <a:endParaRPr sz="120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4771825" y="1112875"/>
            <a:ext cx="4180500" cy="35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 applied on TF-IDF.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SVD = Singular Value Decomposition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Truncated SVD keeps only the top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300 latent dimensions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huge sparse TF-IDF vectors (10,000+ features)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Into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dense 300-dimensional embedding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captures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topics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data.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Example: keywords “sad”, “depressed”, “unhappy” → might map to the same latent dimension.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300?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Common research choice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 noise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model size and training time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increases accuracy for linear models (SVM, LR)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68" name="Google Shape;168;p19"/>
          <p:cNvSpPr txBox="1"/>
          <p:nvPr>
            <p:ph type="title"/>
          </p:nvPr>
        </p:nvSpPr>
        <p:spPr>
          <a:xfrm>
            <a:off x="4771825" y="434275"/>
            <a:ext cx="3958800" cy="4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SVD-300 (Truncated SVD )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606400" y="551075"/>
            <a:ext cx="7574400" cy="28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Geolocation Pipeline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SpaCy NER → city extraction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Pretrained transformer for improved detection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city whitelist (population&gt;500 cities) + blacklist of incorrect predictions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Heatmap of crisis locations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on the Suicide Detection Dataset we get: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14008" l="0" r="0" t="0"/>
          <a:stretch/>
        </p:blipFill>
        <p:spPr>
          <a:xfrm>
            <a:off x="1091300" y="2179423"/>
            <a:ext cx="3670025" cy="169847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1470300" y="3993500"/>
            <a:ext cx="310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https://prakriti16.github.io/SDM_Project/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7100" y="1575950"/>
            <a:ext cx="2695825" cy="334617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622825" y="256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DGIM Algorithm</a:t>
            </a:r>
            <a:endParaRPr/>
          </a:p>
        </p:txBody>
      </p:sp>
      <p:pic>
        <p:nvPicPr>
          <p:cNvPr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4750" r="-4750" t="0"/>
          <a:stretch/>
        </p:blipFill>
        <p:spPr>
          <a:xfrm>
            <a:off x="540375" y="924125"/>
            <a:ext cx="4410075" cy="18097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75" y="2974725"/>
            <a:ext cx="3648075" cy="16954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84" name="Google Shape;1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3350" y="2798062"/>
            <a:ext cx="2082231" cy="212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500" y="556400"/>
            <a:ext cx="1933100" cy="19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6998600" y="3284775"/>
            <a:ext cx="1740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Error metrics: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MAE:  1.2746 (avg risky likes/hour)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RMSE: 1.3087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Mean relative error: 0.633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7004550" y="873725"/>
            <a:ext cx="22413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Error metrics: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MAE:            7.211 (events)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RMSE:           8.555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Mean rel error: 0.122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337700" y="256650"/>
            <a:ext cx="3666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Similarity Scores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https://colab.research.google.com/drive/1v9FbS_bR2rho6b8K_V0-ZAd5I7yz0bxR?usp=sharing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750" y="368562"/>
            <a:ext cx="4833424" cy="4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2625" y="1143575"/>
            <a:ext cx="3381375" cy="3609975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96625" cy="484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7650" y="192225"/>
            <a:ext cx="4512200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0" y="556500"/>
            <a:ext cx="8382576" cy="39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type="title"/>
          </p:nvPr>
        </p:nvSpPr>
        <p:spPr>
          <a:xfrm>
            <a:off x="715925" y="5669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(Model vs Feature Space)</a:t>
            </a:r>
            <a:endParaRPr/>
          </a:p>
        </p:txBody>
      </p:sp>
      <p:sp>
        <p:nvSpPr>
          <p:cNvPr id="211" name="Google Shape;211;p25"/>
          <p:cNvSpPr txBox="1"/>
          <p:nvPr>
            <p:ph idx="1" type="body"/>
          </p:nvPr>
        </p:nvSpPr>
        <p:spPr>
          <a:xfrm>
            <a:off x="819150" y="1366450"/>
            <a:ext cx="75057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overall model: Logistic Regression + TF-IDF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Highest ROC-AUC, F1, and accuracy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is highly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linearly separable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TF-IDF space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CHI2-1000 performs nearly as well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proving reduced vocabularies still retain strong signals.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Boosting models (XGBoost, LightGBM)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well but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outperform linear baselines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SVD-300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offers a good trade-off between low dimension and performance.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BoW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reasonable but consistently weaker than TF-IDF and CHI2.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kNN and Decision Tree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perform worst in all feature spaces → unsuitable for sparse text.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5" y="762625"/>
            <a:ext cx="8778600" cy="39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Results (Dimensionality Reduction &amp; Visualizations)</a:t>
            </a:r>
            <a:endParaRPr/>
          </a:p>
        </p:txBody>
      </p:sp>
      <p:sp>
        <p:nvSpPr>
          <p:cNvPr id="222" name="Google Shape;222;p27"/>
          <p:cNvSpPr txBox="1"/>
          <p:nvPr>
            <p:ph idx="1" type="body"/>
          </p:nvPr>
        </p:nvSpPr>
        <p:spPr>
          <a:xfrm>
            <a:off x="819150" y="1696700"/>
            <a:ext cx="7505700" cy="27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Dimensionality Reduction Effects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PCA-50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gives the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reduced-dimension(accuracy-time)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result but still significantly below TF-IDF and CHI2.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PCA-2 show performance drops due to information loss.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t-SNE performs the worst for classification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confirming it is only suitable for visualization.(except for kNN,decision Tree )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LR + Neural Network: Accuracy = 0.701, F1 = 0.740 ROC = 0.795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Improves recall but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outperform TF-IDF Logistic Regression alone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showing linear models already capture most decision boundaries.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819150" y="1428375"/>
            <a:ext cx="7505700" cy="30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TF-IDF with Logistic Regression is the strongest combination.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High-dimensional sparse features (&gt;30k dims) greatly outperform compressed or dense representations.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PCA and t-SNE drastically hurt classifier performance.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Boosting models are strong but cannot beat linear models on sparse text.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Ensemble blending adds stability but not peak performance.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Geolocation + NER successfully identifies crisis clusters, allowing actionable insights.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3900"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819150" y="1500600"/>
            <a:ext cx="7505700" cy="29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BoW to predict similarity between reddit posts and predict for unlabelled data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transformer-based models (RoBERTa, DistilBERT) for deeper semantic understanding.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geolocation with neural geoparsers or multilingual city dictionaries.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 cross-platform analysis (TikTok, YouTube comments).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Incorporate temporal modeling for suicidal ideation trend detection.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real-time risk scoring using streaming algorithms (DGIM, sliding windows).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sz="4000"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606400" y="1343675"/>
            <a:ext cx="7983600" cy="33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Suicide Detection Dataset (Kaggle): </a:t>
            </a:r>
            <a:r>
              <a:rPr i="1" lang="en" sz="1100" u="sng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https://www.kaggle.com/datasets/nikhileswarkomati/suicide-watch</a:t>
            </a:r>
            <a:br>
              <a:rPr i="1" lang="en" sz="1100" u="sng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 u="sng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SpaCy NER Documentation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scikit-learn API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LightGBM &amp; XGBoost libraries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Manning et al., "Foundations of Statistical NLP"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Reddit/Twitter/Instagram terms of use for academic research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Knowledge-aware Assessment of Severity of Suicide Risk for Early Intervention | The World Wide Web Conference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midas-research/sismo-wsdm: Code release for "Towards Ordinal Suicide Ideation Detection on Social Media", WSDM 2021.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Suicide ideation detection from online social media: A multi-modal feature based technique - ScienceDirect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Predicting acute suicidal ideation on Instagram using ensemble machine learning models - ScienceDirect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